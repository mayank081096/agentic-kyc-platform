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Corporate KYC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CADCFC"/>
                </a:solidFill>
              </a:rPr>
              <a:t>Verification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Agentic AI · LangGraph · Anthropic Claude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1920240" cy="50292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416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POC Submission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4023360"/>
            <a:ext cx="1920240" cy="50292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40416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Multi-Agent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4023360"/>
            <a:ext cx="1920240" cy="50292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40416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Document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4023360"/>
            <a:ext cx="1920240" cy="50292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40416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Risk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Prepared by Mayank  |  Evaluation – AI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1005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965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⏱  Slow &amp;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Traditional KYC takes days — manual document review, data entry, and cross-checks across multiple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188720"/>
            <a:ext cx="1965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325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💸  Costly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2880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Banks spend $60M–$500M annually on KYC compliance; errors lead to heavy regulatory fines.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1965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🔍  Inconsistent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28800"/>
            <a:ext cx="1691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Human reviewers miss patterns, create inconsistent risk assessments, and struggle with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509B"/>
                </a:solidFill>
              </a:rPr>
              <a:t>→  AI-driven automation can cut KYC processing time by 80% while improving accuracy and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1005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An end-to-end agentic AI pipeline that automates corporate identity verification using Claude's vision and reasoning capabilities.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🤖  Multi-agent orchestration via LangGraph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95728"/>
            <a:ext cx="54864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774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👁  Claude Vision reads certificates &amp; 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54096"/>
            <a:ext cx="54864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⚖  Automated AML/CFT risk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12464"/>
            <a:ext cx="54864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9417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📋  Structured compliance report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737360"/>
            <a:ext cx="54864" cy="4114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7190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🔁  Sequential agent pipeline with full audit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395728"/>
            <a:ext cx="54864" cy="4114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23774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🌐  FastAPI REST endpoint for easy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054096"/>
            <a:ext cx="54864" cy="4114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303580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🔌  Extensible: plug in real sanctions DBs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712464"/>
            <a:ext cx="54864" cy="4114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69417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👤  Human-in-the-loop support for HIGH risk cases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4754880" y="1645920"/>
            <a:ext cx="0" cy="3200400"/>
          </a:xfrm>
          <a:prstGeom prst="parallelogram">
            <a:avLst/>
          </a:prstGeom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828800" cy="8686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ADCFC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Company Name
+ Documents
(Certs / IDs)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280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960120"/>
            <a:ext cx="4114800" cy="3291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005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</a:rPr>
              <a:t>LangGraph Orchestrator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32004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Document Extractor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7190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Claude Vision → structured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659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148840"/>
            <a:ext cx="320040" cy="50292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21488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Verification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Completeness &amp; consistency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517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834640"/>
            <a:ext cx="3200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0" y="28346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 Scoring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30906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AML/CFT · PEP · Sanctions screening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375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520440"/>
            <a:ext cx="3200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51760" y="352044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3520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Report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37764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Compiles final KYC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1920240"/>
            <a:ext cx="1737360" cy="1463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267712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KYC Report
APPROVE /
REJECT /
ESCALATE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709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Tech Stack:  Python · LangGraph · Anthropic Claude · FastAPI · React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0116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24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
Extractor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20116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Claude Vision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23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Reads JPG / PNG /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Extracts: reg. no., directors,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5112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shareholders, expiry 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005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Confidence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79" y="1005840"/>
            <a:ext cx="2011680" cy="91440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79" y="1024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0972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Verification
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79" y="1965960"/>
            <a:ext cx="20116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78608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Completeness check (0-100)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523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Cross-field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Document expiry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5112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Authenticity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4005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PASS / FAIL /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005840"/>
            <a:ext cx="201168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1024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10972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Risk Scoring
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965960"/>
            <a:ext cx="20116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3168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Jurisdiction risk (0-10)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2523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PEP exposure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Sanctions screening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5112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Ownership complexity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4005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Risk score 0-100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7999" y="1005840"/>
            <a:ext cx="201168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7999" y="1024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10972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Report
Generator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7999" y="1965960"/>
            <a:ext cx="20116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67727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Compiles all agent 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7" y="2523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Structured JSON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7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Recommended 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35112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EDD flag if needed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7" y="4005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• Next review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Agent 1 — Document Extraction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926080" cy="4114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Documents Accepted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📄  Company Registration Certificate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🪪  Director National ID / Passport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4261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🏢  Utility Bill / Registered Address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95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📑  Shareholder 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764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🏦  Bank Reference Letter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00584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</a:rPr>
              <a:t>Extracted JSON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417320"/>
            <a:ext cx="539496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14447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</a:rPr>
              <a:t>  "company_name": "Acme Technologies Ltd",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299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</a:rPr>
              <a:t>  "registration_number": "CIN-U72900MH2019",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225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</a:rPr>
              <a:t>  "registration_date": "2019-04-12",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615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</a:rPr>
              <a:t>  "country": "India",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9077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"directors": 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2004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6EFAC"/>
                </a:solidFill>
              </a:rPr>
              <a:t>    { "name": "Rajesh Kumar", "id": "ABCPK1234D"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4930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],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7856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D835"/>
                </a:solidFill>
              </a:rPr>
              <a:t>  "extraction_confidence": "high",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0782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</a:rPr>
              <a:t>  "doc_types_found": ["cert", "id"]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3708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Agent 3 — Risk Scoring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73152" cy="54864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Jurisdiction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509B"/>
                </a:solidFill>
              </a:rPr>
              <a:t>Score: 0 –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2471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Based on FATF grey/black lists, offshore jurisdiction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01367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PEP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Score: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Checks director names against Politically Exposed Persons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51176"/>
            <a:ext cx="73152" cy="5486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511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Sanctions 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</a:rPr>
              <a:t>Score: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2432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Matches against OFAC, UN, EU, UK HMT sanctions lists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00984"/>
            <a:ext cx="73152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00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Ownership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027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Score: 0 –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7413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Simple → Moderate → Complex → Opaque structure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50791"/>
            <a:ext cx="73152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507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Document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525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Score: 0 –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12394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Expiry, authenticity signals, missing critical documents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4681728"/>
            <a:ext cx="2011680" cy="3017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681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  0–25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681728"/>
            <a:ext cx="2011680" cy="3017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0" y="4681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  26–50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4681728"/>
            <a:ext cx="2011680" cy="3017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4681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  51–75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681728"/>
            <a:ext cx="2011680" cy="301752"/>
          </a:xfrm>
          <a:prstGeom prst="rect">
            <a:avLst/>
          </a:prstGeom>
          <a:solidFill>
            <a:srgbClr val="701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681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CRITICAL  76–100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Sample KYC Report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Risk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42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10058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50591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Risk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1325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64" y="10058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325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</a:rP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3136" y="10058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03136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325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APPROVE + EDD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48840"/>
            <a:ext cx="73152" cy="256032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786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Company registered 5+ years — stable 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All directors verified, IDs valid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015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⚠️  Jurisdiction: Mumbai — standard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130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⚠️  One director flagged for PEP proximity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24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No sanctions matches 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36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Ownership structure: Moderate complexity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148840"/>
            <a:ext cx="73152" cy="25603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2148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Recommended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5786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1.  Approve account opening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0358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2.  Conduct Enhanced Due Diligence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4930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3.  Obtain source-of-funds declaration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9502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4.  Flag for 6-month periodic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4074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5.  Document PEP proximity in CRM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64008" cy="868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🤖  Anthropic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9903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claude-opus-4 (Vision + Reasoning)
Document OCR, risk reasoning, structured JSON extraction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051560"/>
            <a:ext cx="64008" cy="8686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051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🔗  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39903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Multi-agent state machine orchestration
Sequential pipeline with shared KYCState TypedDict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13432"/>
            <a:ext cx="64008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3134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⚡ 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60903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Production REST API
Multipart file upload, JSON endpoints, CORS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313432"/>
            <a:ext cx="64008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3134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🐍  Python 3.11+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60903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Core runtime
AnthropicSDK, Pydantic v2, python-multipart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75303"/>
            <a:ext cx="64008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75303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⚛️  React + 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227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Demo frontend
Agent pipeline visualization, live report rendering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575303"/>
            <a:ext cx="64008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575303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🗃  Extensible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9227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OFAC / UN / EU sanctions APIs
World-Check PEP screening · Company registries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&amp; Extensions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
POC (Now)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011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7830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Multi-agent LangGraph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4871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Claude Vision document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19125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Risk scoring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895344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FastAPI + React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005840"/>
            <a:ext cx="2011680" cy="640080"/>
          </a:xfrm>
          <a:prstGeom prst="rect">
            <a:avLst/>
          </a:prstGeom>
          <a:solidFill>
            <a:srgbClr val="3A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1005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
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691640"/>
            <a:ext cx="2011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24328" y="17830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Real sanctions APIs (OFAC/UN/EU)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4871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World-Check PEP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319125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Company registry live lookups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3895344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Database audit trail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005840"/>
            <a:ext cx="2011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005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
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91640"/>
            <a:ext cx="2011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17830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Human-in-the-loop review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4871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Parallel agent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19125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Webhook notifications &amp; SLA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3895344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Multi-jurisdiction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24688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688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Agentic AI for KYC?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Traditional KYC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931920" cy="4572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3619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Days to weeks per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7"/>
            <a:ext cx="3931920" cy="4572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7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574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Manual document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51176"/>
            <a:ext cx="3931920" cy="4572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511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5786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Inconsistent risk assessments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72384"/>
            <a:ext cx="3931920" cy="4572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99815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 operational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93591"/>
            <a:ext cx="3931920" cy="4572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593591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210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Difficult to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3931920" cy="4572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4223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audit trail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1005840"/>
            <a:ext cx="39319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005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Agentic AI KYC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508760"/>
            <a:ext cx="3931920" cy="457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1508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153619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Minutes per application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029967"/>
            <a:ext cx="3931920" cy="457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2029967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0574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Automated Vision + reasoning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551176"/>
            <a:ext cx="3931920" cy="457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0" y="25511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5786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Consistent, explainable scoring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3072384"/>
            <a:ext cx="3931920" cy="457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0" y="307238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099815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80%+ cost reduction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593591"/>
            <a:ext cx="3931920" cy="457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0" y="3593591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36210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Scales to thousands/day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4114800"/>
            <a:ext cx="3931920" cy="457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0" y="4114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14223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Full agent decision audit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</a:rPr>
              <a:t>Ready to discuss the approach in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🏛   Project:  Corporate KYC Verification — Agentic AI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8211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🛠   Stack:    Python · LangGraph · Anthropic Claude · FastAPI ·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1246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📦   Repo:    All source code included with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Submitted to: Amit Gandhi  ·  Evaluation – AI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967</Words>
  <Application>Microsoft Office PowerPoint</Application>
  <PresentationFormat>On-screen Show (16:9)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mayanknigam@gmail.com</cp:lastModifiedBy>
  <cp:revision>1</cp:revision>
  <dcterms:created xsi:type="dcterms:W3CDTF">2013-01-27T09:14:16Z</dcterms:created>
  <dcterms:modified xsi:type="dcterms:W3CDTF">2026-05-06T05:31:06Z</dcterms:modified>
  <cp:category/>
</cp:coreProperties>
</file>